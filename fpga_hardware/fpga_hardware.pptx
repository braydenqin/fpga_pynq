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sldIdLst>
    <p:sldId id="268" r:id="rId7"/>
    <p:sldId id="276" r:id="rId8"/>
    <p:sldId id="274" r:id="rId9"/>
    <p:sldId id="277" r:id="rId10"/>
    <p:sldId id="283" r:id="rId11"/>
    <p:sldId id="280" r:id="rId12"/>
    <p:sldId id="282" r:id="rId13"/>
    <p:sldId id="281" r:id="rId14"/>
    <p:sldId id="284" r:id="rId15"/>
  </p:sldIdLst>
  <p:sldSz cx="12192000" cy="6858000"/>
  <p:notesSz cx="6858000" cy="9144000"/>
  <p:embeddedFontLst>
    <p:embeddedFont>
      <p:font typeface="Segoe UI" panose="020B0502040204020203" pitchFamily="2" charset="0"/>
      <p:regular r:id="rId19"/>
      <p:bold r:id="rId20"/>
      <p:italic r:id="rId21"/>
      <p:boldItalic r:id="rId22"/>
    </p:embeddedFont>
    <p:embeddedFont>
      <p:font typeface="微软雅黑" panose="020B0503020204020204" pitchFamily="2" charset="-122"/>
      <p:regular r:id="rId23"/>
      <p:bold r:id="rId24"/>
    </p:embeddedFont>
    <p:embeddedFont>
      <p:font typeface="Segoe UI Light" panose="020B0502040204020203" pitchFamily="2" charset="0"/>
      <p:regular r:id="rId25"/>
      <p:italic r:id="rId26"/>
    </p:embeddedFont>
    <p:embeddedFont>
      <p:font typeface="微软雅黑 Light" panose="020B0502040204020203" charset="-122"/>
      <p:regular r:id="rId27"/>
    </p:embeddedFont>
  </p:embeddedFontLst>
  <p:defaultTextStyle>
    <a:defPPr>
      <a:defRPr lang="zh-TW"/>
    </a:defPPr>
    <a:lvl1pPr marL="0" lvl="0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2" charset="0"/>
        <a:ea typeface="微软雅黑" panose="020B0503020204020204" pitchFamily="2" charset="-122"/>
        <a:cs typeface="+mn-cs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2" charset="0"/>
        <a:ea typeface="微软雅黑" panose="020B0503020204020204" pitchFamily="2" charset="-122"/>
        <a:cs typeface="+mn-cs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2" charset="0"/>
        <a:ea typeface="微软雅黑" panose="020B0503020204020204" pitchFamily="2" charset="-122"/>
        <a:cs typeface="+mn-cs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2" charset="0"/>
        <a:ea typeface="微软雅黑" panose="020B0503020204020204" pitchFamily="2" charset="-122"/>
        <a:cs typeface="+mn-cs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2" charset="0"/>
        <a:ea typeface="微软雅黑" panose="020B0503020204020204" pitchFamily="2" charset="-122"/>
        <a:cs typeface="+mn-cs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2" charset="0"/>
        <a:ea typeface="微软雅黑" panose="020B0503020204020204" pitchFamily="2" charset="-122"/>
        <a:cs typeface="+mn-cs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2" charset="0"/>
        <a:ea typeface="微软雅黑" panose="020B0503020204020204" pitchFamily="2" charset="-122"/>
        <a:cs typeface="+mn-cs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2" charset="0"/>
        <a:ea typeface="微软雅黑" panose="020B0503020204020204" pitchFamily="2" charset="-122"/>
        <a:cs typeface="+mn-cs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2" charset="0"/>
        <a:ea typeface="微软雅黑" panose="020B0503020204020204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60" y="558"/>
      </p:cViewPr>
      <p:guideLst>
        <p:guide orient="horz" pos="216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1156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1156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1156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1156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1156" y="1619250"/>
            <a:ext cx="5152644" cy="45577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TW" altLang="en-US"/>
              <a:t>单击此处编辑母版标题样式</a:t>
            </a:r>
            <a:endParaRPr lang="zh-TW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619250"/>
            <a:ext cx="10515600" cy="45577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TW" altLang="en-US"/>
              <a:t>单击此处编辑母版文本样式</a:t>
            </a:r>
            <a:endParaRPr lang="zh-TW" altLang="en-US"/>
          </a:p>
          <a:p>
            <a:pPr lvl="1"/>
            <a:r>
              <a:rPr lang="zh-TW" altLang="en-US"/>
              <a:t>第二级</a:t>
            </a:r>
            <a:endParaRPr lang="zh-TW" altLang="en-US"/>
          </a:p>
          <a:p>
            <a:pPr lvl="2"/>
            <a:r>
              <a:rPr lang="zh-TW" altLang="en-US"/>
              <a:t>第三级</a:t>
            </a:r>
            <a:endParaRPr lang="zh-TW" altLang="en-US"/>
          </a:p>
          <a:p>
            <a:pPr lvl="3"/>
            <a:r>
              <a:rPr lang="zh-TW" altLang="en-US"/>
              <a:t>第四级</a:t>
            </a:r>
            <a:endParaRPr lang="zh-TW" altLang="en-US"/>
          </a:p>
          <a:p>
            <a:pPr lvl="4"/>
            <a:r>
              <a:rPr lang="zh-TW" altLang="en-US"/>
              <a:t>第五级</a:t>
            </a:r>
            <a:endParaRPr lang="zh-TW" altLang="en-US"/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FigureOut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 lvl="0"/>
            <a:endParaRPr lang="zh-TW" altLang="en-US" dirty="0">
              <a:latin typeface="Segoe UI" panose="020B0502040204020203" pitchFamily="2" charset="0"/>
            </a:endParaRPr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zh-TW" altLang="en-US" dirty="0">
                <a:latin typeface="Segoe UI" panose="020B0502040204020203" pitchFamily="2" charset="0"/>
              </a:rPr>
            </a:fld>
            <a:endParaRPr lang="zh-TW" altLang="en-US" dirty="0">
              <a:latin typeface="Segoe UI" panose="020B0502040204020203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lvl="0" indent="-228600" algn="l" defTabSz="914400" eaLnBrk="1" fontAlgn="base" latinLnBrk="0" hangingPunct="1">
        <a:lnSpc>
          <a:spcPct val="125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4B5E">
              <a:alpha val="79999"/>
            </a:srgbClr>
          </a:solidFill>
          <a:ln w="9525">
            <a:noFill/>
          </a:ln>
        </p:spPr>
        <p:txBody>
          <a:bodyPr anchor="ctr"/>
          <a:lstStyle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Segoe UI" panose="020B0502040204020203" pitchFamily="2" charset="0"/>
            </a:endParaRPr>
          </a:p>
        </p:txBody>
      </p:sp>
      <p:sp>
        <p:nvSpPr>
          <p:cNvPr id="4100" name="矩形 8"/>
          <p:cNvSpPr/>
          <p:nvPr userDrawn="1"/>
        </p:nvSpPr>
        <p:spPr>
          <a:xfrm>
            <a:off x="7872413" y="1809750"/>
            <a:ext cx="4319587" cy="32385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anchor="ctr"/>
          <a:lstStyle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Segoe UI" panose="020B0502040204020203" pitchFamily="2" charset="0"/>
            </a:endParaRPr>
          </a:p>
        </p:txBody>
      </p:sp>
      <p:sp>
        <p:nvSpPr>
          <p:cNvPr id="4101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TW" altLang="en-US"/>
              <a:t>单击此处编辑母版标题样式</a:t>
            </a:r>
            <a:endParaRPr lang="zh-TW" altLang="en-US"/>
          </a:p>
        </p:txBody>
      </p:sp>
      <p:sp>
        <p:nvSpPr>
          <p:cNvPr id="4102" name="文本占位符 2"/>
          <p:cNvSpPr>
            <a:spLocks noGrp="1"/>
          </p:cNvSpPr>
          <p:nvPr>
            <p:ph type="body" idx="1"/>
          </p:nvPr>
        </p:nvSpPr>
        <p:spPr>
          <a:xfrm>
            <a:off x="838200" y="1619250"/>
            <a:ext cx="10515600" cy="45577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TW" altLang="en-US"/>
              <a:t>单击此处编辑母版文本样式</a:t>
            </a:r>
            <a:endParaRPr lang="zh-TW" altLang="en-US"/>
          </a:p>
          <a:p>
            <a:pPr lvl="1"/>
            <a:r>
              <a:rPr lang="zh-TW" altLang="en-US"/>
              <a:t>第二级</a:t>
            </a:r>
            <a:endParaRPr lang="zh-TW" altLang="en-US"/>
          </a:p>
          <a:p>
            <a:pPr lvl="2"/>
            <a:r>
              <a:rPr lang="zh-TW" altLang="en-US"/>
              <a:t>第三级</a:t>
            </a:r>
            <a:endParaRPr lang="zh-TW" altLang="en-US"/>
          </a:p>
          <a:p>
            <a:pPr lvl="3"/>
            <a:r>
              <a:rPr lang="zh-TW" altLang="en-US"/>
              <a:t>第四级</a:t>
            </a:r>
            <a:endParaRPr lang="zh-TW" altLang="en-US"/>
          </a:p>
          <a:p>
            <a:pPr lvl="4"/>
            <a:r>
              <a:rPr lang="zh-TW" altLang="en-US"/>
              <a:t>第五级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lvl="0" indent="-228600" algn="l" defTabSz="914400" eaLnBrk="1" fontAlgn="base" latinLnBrk="0" hangingPunct="1">
        <a:lnSpc>
          <a:spcPct val="125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6"/>
          <p:cNvGrpSpPr/>
          <p:nvPr userDrawn="1"/>
        </p:nvGrpSpPr>
        <p:grpSpPr>
          <a:xfrm>
            <a:off x="479425" y="692150"/>
            <a:ext cx="179388" cy="630238"/>
            <a:chOff x="0" y="0"/>
            <a:chExt cx="180000" cy="630000"/>
          </a:xfrm>
        </p:grpSpPr>
        <p:sp>
          <p:nvSpPr>
            <p:cNvPr id="5123" name="圆角矩形 7"/>
            <p:cNvSpPr/>
            <p:nvPr userDrawn="1"/>
          </p:nvSpPr>
          <p:spPr>
            <a:xfrm>
              <a:off x="0" y="0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/>
            <a:lstStyle/>
            <a:p>
              <a:pPr lvl="0" algn="ctr" eaLnBrk="1" hangingPunct="1"/>
              <a:endParaRPr lang="zh-CN" altLang="en-US" dirty="0">
                <a:solidFill>
                  <a:srgbClr val="FFFFFF"/>
                </a:solidFill>
                <a:latin typeface="Segoe UI" panose="020B0502040204020203" pitchFamily="2" charset="0"/>
              </a:endParaRPr>
            </a:p>
          </p:txBody>
        </p:sp>
        <p:sp>
          <p:nvSpPr>
            <p:cNvPr id="5124" name="圆角矩形 8"/>
            <p:cNvSpPr/>
            <p:nvPr userDrawn="1"/>
          </p:nvSpPr>
          <p:spPr>
            <a:xfrm>
              <a:off x="0" y="225000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9525">
              <a:noFill/>
            </a:ln>
          </p:spPr>
          <p:txBody>
            <a:bodyPr anchor="ctr"/>
            <a:lstStyle/>
            <a:p>
              <a:pPr lvl="0" algn="ctr" eaLnBrk="1" hangingPunct="1"/>
              <a:endParaRPr lang="zh-CN" altLang="en-US" dirty="0">
                <a:solidFill>
                  <a:srgbClr val="FFFFFF"/>
                </a:solidFill>
                <a:latin typeface="Segoe UI" panose="020B0502040204020203" pitchFamily="2" charset="0"/>
              </a:endParaRPr>
            </a:p>
          </p:txBody>
        </p:sp>
        <p:sp>
          <p:nvSpPr>
            <p:cNvPr id="5125" name="圆角矩形 9"/>
            <p:cNvSpPr/>
            <p:nvPr userDrawn="1"/>
          </p:nvSpPr>
          <p:spPr>
            <a:xfrm>
              <a:off x="0" y="450000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/>
            <a:lstStyle/>
            <a:p>
              <a:pPr lvl="0" algn="ctr" eaLnBrk="1" hangingPunct="1"/>
              <a:endParaRPr lang="zh-CN" altLang="en-US" dirty="0">
                <a:solidFill>
                  <a:srgbClr val="FFFFFF"/>
                </a:solidFill>
                <a:latin typeface="Segoe UI" panose="020B0502040204020203" pitchFamily="2" charset="0"/>
              </a:endParaRPr>
            </a:p>
          </p:txBody>
        </p:sp>
      </p:grpSp>
      <p:sp>
        <p:nvSpPr>
          <p:cNvPr id="51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TW" altLang="en-US"/>
              <a:t>单击此处编辑母版标题样式</a:t>
            </a:r>
            <a:endParaRPr lang="zh-TW" altLang="en-US"/>
          </a:p>
        </p:txBody>
      </p:sp>
      <p:sp>
        <p:nvSpPr>
          <p:cNvPr id="51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619250"/>
            <a:ext cx="10515600" cy="45577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TW" altLang="en-US"/>
              <a:t>单击此处编辑母版文本样式</a:t>
            </a:r>
            <a:endParaRPr lang="zh-TW" altLang="en-US"/>
          </a:p>
          <a:p>
            <a:pPr lvl="1"/>
            <a:r>
              <a:rPr lang="zh-TW" altLang="en-US"/>
              <a:t>第二级</a:t>
            </a:r>
            <a:endParaRPr lang="zh-TW" altLang="en-US"/>
          </a:p>
          <a:p>
            <a:pPr lvl="2"/>
            <a:r>
              <a:rPr lang="zh-TW" altLang="en-US"/>
              <a:t>第三级</a:t>
            </a:r>
            <a:endParaRPr lang="zh-TW" altLang="en-US"/>
          </a:p>
          <a:p>
            <a:pPr lvl="3"/>
            <a:r>
              <a:rPr lang="zh-TW" altLang="en-US"/>
              <a:t>第四级</a:t>
            </a:r>
            <a:endParaRPr lang="zh-TW" altLang="en-US"/>
          </a:p>
          <a:p>
            <a:pPr lvl="4"/>
            <a:r>
              <a:rPr lang="zh-TW" altLang="en-US"/>
              <a:t>第五级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lvl="0" indent="-228600" algn="l" defTabSz="914400" eaLnBrk="1" fontAlgn="base" latinLnBrk="0" hangingPunct="1">
        <a:lnSpc>
          <a:spcPct val="125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TW" altLang="en-US"/>
              <a:t>单击此处编辑母版标题样式</a:t>
            </a:r>
            <a:endParaRPr lang="zh-TW" altLang="en-US"/>
          </a:p>
        </p:txBody>
      </p:sp>
      <p:sp>
        <p:nvSpPr>
          <p:cNvPr id="7171" name="文本占位符 2"/>
          <p:cNvSpPr>
            <a:spLocks noGrp="1"/>
          </p:cNvSpPr>
          <p:nvPr>
            <p:ph type="body" idx="1"/>
          </p:nvPr>
        </p:nvSpPr>
        <p:spPr>
          <a:xfrm>
            <a:off x="838200" y="1619250"/>
            <a:ext cx="10515600" cy="45577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TW" altLang="en-US"/>
              <a:t>单击此处编辑母版文本样式</a:t>
            </a:r>
            <a:endParaRPr lang="zh-TW" altLang="en-US"/>
          </a:p>
          <a:p>
            <a:pPr lvl="1"/>
            <a:r>
              <a:rPr lang="zh-TW" altLang="en-US"/>
              <a:t>第二级</a:t>
            </a:r>
            <a:endParaRPr lang="zh-TW" altLang="en-US"/>
          </a:p>
          <a:p>
            <a:pPr lvl="2"/>
            <a:r>
              <a:rPr lang="zh-TW" altLang="en-US"/>
              <a:t>第三级</a:t>
            </a:r>
            <a:endParaRPr lang="zh-TW" altLang="en-US"/>
          </a:p>
          <a:p>
            <a:pPr lvl="3"/>
            <a:r>
              <a:rPr lang="zh-TW" altLang="en-US"/>
              <a:t>第四级</a:t>
            </a:r>
            <a:endParaRPr lang="zh-TW" altLang="en-US"/>
          </a:p>
          <a:p>
            <a:pPr lvl="4"/>
            <a:r>
              <a:rPr lang="zh-TW" altLang="en-US"/>
              <a:t>第五级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lvl="0" indent="-228600" algn="l" defTabSz="914400" eaLnBrk="1" fontAlgn="base" latinLnBrk="0" hangingPunct="1">
        <a:lnSpc>
          <a:spcPct val="125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6"/>
          <p:cNvGrpSpPr/>
          <p:nvPr userDrawn="1"/>
        </p:nvGrpSpPr>
        <p:grpSpPr>
          <a:xfrm>
            <a:off x="479425" y="692150"/>
            <a:ext cx="179388" cy="630238"/>
            <a:chOff x="0" y="0"/>
            <a:chExt cx="180000" cy="630000"/>
          </a:xfrm>
        </p:grpSpPr>
        <p:sp>
          <p:nvSpPr>
            <p:cNvPr id="5123" name="圆角矩形 7"/>
            <p:cNvSpPr/>
            <p:nvPr userDrawn="1"/>
          </p:nvSpPr>
          <p:spPr>
            <a:xfrm>
              <a:off x="0" y="0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/>
            <a:lstStyle/>
            <a:p>
              <a:pPr lvl="0" algn="ctr" eaLnBrk="1" hangingPunct="1"/>
              <a:endParaRPr lang="zh-CN" altLang="en-US" sz="1800" dirty="0">
                <a:solidFill>
                  <a:srgbClr val="FFFFFF"/>
                </a:solidFill>
                <a:latin typeface="Segoe UI" panose="020B0502040204020203" pitchFamily="2" charset="0"/>
              </a:endParaRPr>
            </a:p>
          </p:txBody>
        </p:sp>
        <p:sp>
          <p:nvSpPr>
            <p:cNvPr id="5124" name="圆角矩形 8"/>
            <p:cNvSpPr/>
            <p:nvPr userDrawn="1"/>
          </p:nvSpPr>
          <p:spPr>
            <a:xfrm>
              <a:off x="0" y="225000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9525">
              <a:noFill/>
            </a:ln>
          </p:spPr>
          <p:txBody>
            <a:bodyPr anchor="ctr"/>
            <a:lstStyle/>
            <a:p>
              <a:pPr lvl="0" algn="ctr" eaLnBrk="1" hangingPunct="1"/>
              <a:endParaRPr lang="zh-CN" altLang="en-US" sz="1800" dirty="0">
                <a:solidFill>
                  <a:srgbClr val="FFFFFF"/>
                </a:solidFill>
                <a:latin typeface="Segoe UI" panose="020B0502040204020203" pitchFamily="2" charset="0"/>
              </a:endParaRPr>
            </a:p>
          </p:txBody>
        </p:sp>
        <p:sp>
          <p:nvSpPr>
            <p:cNvPr id="5125" name="圆角矩形 9"/>
            <p:cNvSpPr/>
            <p:nvPr userDrawn="1"/>
          </p:nvSpPr>
          <p:spPr>
            <a:xfrm>
              <a:off x="0" y="450000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/>
            <a:lstStyle/>
            <a:p>
              <a:pPr lvl="0" algn="ctr" eaLnBrk="1" hangingPunct="1"/>
              <a:endParaRPr lang="zh-CN" altLang="en-US" sz="1800" dirty="0">
                <a:solidFill>
                  <a:srgbClr val="FFFFFF"/>
                </a:solidFill>
                <a:latin typeface="Segoe UI" panose="020B0502040204020203" pitchFamily="2" charset="0"/>
              </a:endParaRPr>
            </a:p>
          </p:txBody>
        </p:sp>
      </p:grpSp>
      <p:sp>
        <p:nvSpPr>
          <p:cNvPr id="51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TW" altLang="en-US"/>
              <a:t>单击此处编辑母版标题样式</a:t>
            </a:r>
            <a:endParaRPr lang="zh-TW" altLang="en-US"/>
          </a:p>
        </p:txBody>
      </p:sp>
      <p:sp>
        <p:nvSpPr>
          <p:cNvPr id="51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619250"/>
            <a:ext cx="10515600" cy="45577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TW" altLang="en-US"/>
              <a:t>单击此处编辑母版文本样式</a:t>
            </a:r>
            <a:endParaRPr lang="zh-TW" altLang="en-US"/>
          </a:p>
          <a:p>
            <a:pPr lvl="1"/>
            <a:r>
              <a:rPr lang="zh-TW" altLang="en-US"/>
              <a:t>第二级</a:t>
            </a:r>
            <a:endParaRPr lang="zh-TW" altLang="en-US"/>
          </a:p>
          <a:p>
            <a:pPr lvl="2"/>
            <a:r>
              <a:rPr lang="zh-TW" altLang="en-US"/>
              <a:t>第三级</a:t>
            </a:r>
            <a:endParaRPr lang="zh-TW" altLang="en-US"/>
          </a:p>
          <a:p>
            <a:pPr lvl="3"/>
            <a:r>
              <a:rPr lang="zh-TW" altLang="en-US"/>
              <a:t>第四级</a:t>
            </a:r>
            <a:endParaRPr lang="zh-TW" altLang="en-US"/>
          </a:p>
          <a:p>
            <a:pPr lvl="4"/>
            <a:r>
              <a:rPr lang="zh-TW" altLang="en-US"/>
              <a:t>第五级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lvl="0" indent="-228600" algn="l" defTabSz="914400" eaLnBrk="1" fontAlgn="base" latinLnBrk="0" hangingPunct="1">
        <a:lnSpc>
          <a:spcPct val="125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Segoe UI" panose="020B0502040204020203" pitchFamily="2" charset="0"/>
          <a:ea typeface="微软雅黑" panose="020B0503020204020204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1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217930"/>
          </a:xfrm>
        </p:spPr>
        <p:txBody>
          <a:bodyPr vert="horz" wrap="square" anchor="ctr"/>
          <a:lstStyle/>
          <a:p>
            <a:r>
              <a:rPr lang="en-US" altLang="zh-CN" sz="4400" dirty="0"/>
              <a:t>CONTENTS</a:t>
            </a:r>
            <a:endParaRPr lang="en-US" altLang="zh-CN" sz="4400" dirty="0"/>
          </a:p>
        </p:txBody>
      </p:sp>
      <p:sp>
        <p:nvSpPr>
          <p:cNvPr id="16388" name="圆角矩形 3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6123" y="2569353"/>
            <a:ext cx="564394" cy="56439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r>
              <a:rPr lang="en-US" altLang="zh-CN" sz="3200" dirty="0">
                <a:solidFill>
                  <a:srgbClr val="FFFFFF"/>
                </a:solidFill>
                <a:latin typeface="Segoe UI" panose="020B0502040204020203" pitchFamily="2" charset="0"/>
              </a:rPr>
              <a:t>1</a:t>
            </a:r>
            <a:endParaRPr lang="en-US" altLang="zh-CN" sz="3200" dirty="0">
              <a:solidFill>
                <a:srgbClr val="FFFFFF"/>
              </a:solidFill>
              <a:latin typeface="Segoe UI" panose="020B0502040204020203" pitchFamily="2" charset="0"/>
            </a:endParaRPr>
          </a:p>
        </p:txBody>
      </p:sp>
      <p:sp>
        <p:nvSpPr>
          <p:cNvPr id="16389" name="圆角矩形 4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726123" y="3968719"/>
            <a:ext cx="564394" cy="56605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r>
              <a:rPr lang="en-US" altLang="zh-CN" sz="3200" dirty="0">
                <a:solidFill>
                  <a:srgbClr val="FFFFFF"/>
                </a:solidFill>
                <a:latin typeface="Segoe UI" panose="020B0502040204020203" pitchFamily="2" charset="0"/>
              </a:rPr>
              <a:t>2</a:t>
            </a:r>
            <a:endParaRPr lang="en-US" altLang="zh-CN" sz="3200" dirty="0">
              <a:solidFill>
                <a:srgbClr val="FFFFFF"/>
              </a:solidFill>
              <a:latin typeface="Segoe UI" panose="020B0502040204020203" pitchFamily="2" charset="0"/>
            </a:endParaRPr>
          </a:p>
        </p:txBody>
      </p:sp>
      <p:sp>
        <p:nvSpPr>
          <p:cNvPr id="16391" name="文本框 7"/>
          <p:cNvSpPr txBox="1"/>
          <p:nvPr>
            <p:custDataLst>
              <p:tags r:id="rId3"/>
            </p:custDataLst>
          </p:nvPr>
        </p:nvSpPr>
        <p:spPr>
          <a:xfrm>
            <a:off x="1448435" y="2569210"/>
            <a:ext cx="32689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accent2"/>
                </a:solidFill>
                <a:latin typeface="Segoe UI" panose="020B0502040204020203" pitchFamily="2" charset="0"/>
              </a:rPr>
              <a:t>1 Initial Design</a:t>
            </a:r>
            <a:endParaRPr lang="en-US" altLang="zh-CN" sz="2800" dirty="0">
              <a:solidFill>
                <a:schemeClr val="accent2"/>
              </a:solidFill>
              <a:latin typeface="Segoe UI" panose="020B0502040204020203" pitchFamily="2" charset="0"/>
            </a:endParaRPr>
          </a:p>
        </p:txBody>
      </p:sp>
      <p:sp>
        <p:nvSpPr>
          <p:cNvPr id="16393" name="文本框 9"/>
          <p:cNvSpPr txBox="1"/>
          <p:nvPr>
            <p:custDataLst>
              <p:tags r:id="rId4"/>
            </p:custDataLst>
          </p:nvPr>
        </p:nvSpPr>
        <p:spPr>
          <a:xfrm>
            <a:off x="1448435" y="3968750"/>
            <a:ext cx="319468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accent2"/>
                </a:solidFill>
                <a:latin typeface="Segoe UI" panose="020B0502040204020203" pitchFamily="2" charset="0"/>
              </a:rPr>
              <a:t>2 Problems</a:t>
            </a:r>
            <a:endParaRPr lang="en-US" altLang="zh-CN" sz="2800" dirty="0">
              <a:solidFill>
                <a:schemeClr val="accent2"/>
              </a:solidFill>
              <a:latin typeface="Segoe UI" panose="020B0502040204020203" pitchFamily="2" charset="0"/>
            </a:endParaRPr>
          </a:p>
        </p:txBody>
      </p:sp>
      <p:sp>
        <p:nvSpPr>
          <p:cNvPr id="16397" name="圆角矩形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223989" y="2569353"/>
            <a:ext cx="564394" cy="564394"/>
          </a:xfrm>
          <a:prstGeom prst="roundRect">
            <a:avLst>
              <a:gd name="adj" fmla="val 16667"/>
            </a:avLst>
          </a:prstGeom>
          <a:solidFill>
            <a:srgbClr val="354B5E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r>
              <a:rPr lang="en-US" altLang="zh-CN" sz="3200" dirty="0">
                <a:solidFill>
                  <a:srgbClr val="FFFFFF"/>
                </a:solidFill>
                <a:latin typeface="Segoe UI" panose="020B0502040204020203" pitchFamily="2" charset="0"/>
              </a:rPr>
              <a:t>3</a:t>
            </a:r>
            <a:endParaRPr lang="en-US" altLang="zh-CN" sz="3200" dirty="0">
              <a:solidFill>
                <a:srgbClr val="FFFFFF"/>
              </a:solidFill>
              <a:latin typeface="Segoe UI" panose="020B0502040204020203" pitchFamily="2" charset="0"/>
            </a:endParaRPr>
          </a:p>
        </p:txBody>
      </p:sp>
      <p:sp>
        <p:nvSpPr>
          <p:cNvPr id="16399" name="文本框 15"/>
          <p:cNvSpPr txBox="1"/>
          <p:nvPr>
            <p:custDataLst>
              <p:tags r:id="rId6"/>
            </p:custDataLst>
          </p:nvPr>
        </p:nvSpPr>
        <p:spPr>
          <a:xfrm>
            <a:off x="6946265" y="2569210"/>
            <a:ext cx="33502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354B5E"/>
                </a:solidFill>
                <a:latin typeface="Segoe UI" panose="020B0502040204020203" pitchFamily="2" charset="0"/>
              </a:rPr>
              <a:t>3 New Design</a:t>
            </a:r>
            <a:endParaRPr lang="en-US" altLang="zh-CN" sz="2800" dirty="0">
              <a:solidFill>
                <a:srgbClr val="354B5E"/>
              </a:solidFill>
              <a:latin typeface="Segoe UI" panose="020B0502040204020203" pitchFamily="2" charset="0"/>
            </a:endParaRPr>
          </a:p>
        </p:txBody>
      </p:sp>
      <p:sp>
        <p:nvSpPr>
          <p:cNvPr id="16401" name="文本框 17"/>
          <p:cNvSpPr txBox="1"/>
          <p:nvPr>
            <p:custDataLst>
              <p:tags r:id="rId7"/>
            </p:custDataLst>
          </p:nvPr>
        </p:nvSpPr>
        <p:spPr>
          <a:xfrm>
            <a:off x="6946265" y="3968750"/>
            <a:ext cx="35458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354B5E"/>
                </a:solidFill>
                <a:latin typeface="Segoe UI" panose="020B0502040204020203" pitchFamily="2" charset="0"/>
              </a:rPr>
              <a:t>4 Comparison</a:t>
            </a:r>
            <a:endParaRPr lang="en-US" altLang="zh-CN" sz="2800" dirty="0">
              <a:solidFill>
                <a:srgbClr val="354B5E"/>
              </a:solidFill>
              <a:latin typeface="Segoe UI" panose="020B0502040204020203" pitchFamily="2" charset="0"/>
            </a:endParaRPr>
          </a:p>
        </p:txBody>
      </p:sp>
      <p:sp>
        <p:nvSpPr>
          <p:cNvPr id="16405" name="圆角矩形 2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223989" y="3968719"/>
            <a:ext cx="564394" cy="566055"/>
          </a:xfrm>
          <a:prstGeom prst="roundRect">
            <a:avLst>
              <a:gd name="adj" fmla="val 16667"/>
            </a:avLst>
          </a:prstGeom>
          <a:solidFill>
            <a:srgbClr val="354B5E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r>
              <a:rPr lang="en-US" altLang="zh-CN" sz="3200" dirty="0">
                <a:solidFill>
                  <a:srgbClr val="FFFFFF"/>
                </a:solidFill>
                <a:latin typeface="Segoe UI" panose="020B0502040204020203" pitchFamily="2" charset="0"/>
              </a:rPr>
              <a:t>4</a:t>
            </a:r>
            <a:endParaRPr lang="en-US" altLang="zh-CN" sz="3200" dirty="0">
              <a:solidFill>
                <a:srgbClr val="FFFFFF"/>
              </a:solidFill>
              <a:latin typeface="Segoe UI" panose="020B0502040204020203" pitchFamily="2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1624" y="89362"/>
            <a:ext cx="866832" cy="7680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9"/>
          <p:cNvSpPr txBox="1"/>
          <p:nvPr/>
        </p:nvSpPr>
        <p:spPr>
          <a:xfrm>
            <a:off x="5618480" y="2202180"/>
            <a:ext cx="6360795" cy="1106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sz="6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Initial Design</a:t>
            </a:r>
            <a:endParaRPr lang="en-US" altLang="zh-CN" sz="6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r>
              <a:rPr lang="en-US" altLang="zh-CN" dirty="0">
                <a:solidFill>
                  <a:schemeClr val="accent2"/>
                </a:solidFill>
                <a:latin typeface="Segoe UI" panose="020B0502040204020203" pitchFamily="2" charset="0"/>
                <a:sym typeface="+mn-ea"/>
              </a:rPr>
              <a:t>Initial Design</a:t>
            </a:r>
            <a:endParaRPr lang="en-US" altLang="zh-CN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1624" y="89362"/>
            <a:ext cx="866832" cy="768013"/>
          </a:xfrm>
          <a:prstGeom prst="rect">
            <a:avLst/>
          </a:prstGeom>
        </p:spPr>
      </p:pic>
      <p:pic>
        <p:nvPicPr>
          <p:cNvPr id="10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1444625"/>
            <a:ext cx="8248650" cy="4532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309610" y="4699000"/>
            <a:ext cx="3882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FIFO Generator were usd as BRAM to preventing underflow of the back-end computing module and overflow of front-end high-speed data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09610" y="1444625"/>
            <a:ext cx="392176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ARM core was required to move matrix data by individually reading and writing DDR address space.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DMA controller autonomously handles data transfer in hardware mode.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CPU merely configures relevant registers and issues start commands without participating in actual data movement.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9"/>
          <p:cNvSpPr txBox="1"/>
          <p:nvPr/>
        </p:nvSpPr>
        <p:spPr>
          <a:xfrm>
            <a:off x="7960043" y="2427288"/>
            <a:ext cx="3350260" cy="11068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 eaLnBrk="1" hangingPunct="1">
              <a:buClrTx/>
              <a:buSzTx/>
            </a:pPr>
            <a:r>
              <a:rPr lang="en-US" altLang="zh-CN" sz="6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Problems</a:t>
            </a:r>
            <a:endParaRPr lang="en-US" altLang="zh-CN" sz="6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1"/>
          <p:cNvSpPr>
            <a:spLocks noGrp="1"/>
          </p:cNvSpPr>
          <p:nvPr/>
        </p:nvSpPr>
        <p:spPr>
          <a:xfrm>
            <a:off x="838200" y="365125"/>
            <a:ext cx="10515600" cy="10795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ctr"/>
          <a:lstStyle>
            <a:lvl1pPr marL="0" lvl="0" indent="0" algn="l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Segoe UI" panose="020B0502040204020203" pitchFamily="2" charset="0"/>
                <a:sym typeface="+mn-ea"/>
              </a:rPr>
              <a:t>Problems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2562860" y="4723765"/>
            <a:ext cx="7018655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algn="ctr" defTabSz="914400">
              <a:buClrTx/>
              <a:buSzTx/>
            </a:pPr>
            <a:r>
              <a:rPr lang="en-US" altLang="zh-TW" sz="2800">
                <a:latin typeface="Times New Roman" panose="02020603050405020304"/>
                <a:ea typeface="宋体" panose="02010600030101010101" pitchFamily="2" charset="-122"/>
              </a:rPr>
              <a:t> DMA and FIFO modules were unnecessary, we need a new design, which fit our IP core.</a:t>
            </a:r>
            <a:endParaRPr lang="en-US" altLang="zh-TW" sz="28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62860" y="1633855"/>
            <a:ext cx="704342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TW" sz="1600"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TW" sz="2800">
                <a:latin typeface="Times New Roman" panose="02020603050405020304"/>
                <a:ea typeface="Times New Roman" panose="02020603050405020304"/>
                <a:sym typeface="+mn-ea"/>
              </a:rPr>
              <a:t>T</a:t>
            </a:r>
            <a:r>
              <a:rPr lang="en-US" altLang="zh-TW" sz="2800">
                <a:latin typeface="Times New Roman" panose="02020603050405020304"/>
                <a:ea typeface="宋体" panose="02010600030101010101" pitchFamily="2" charset="-122"/>
                <a:sym typeface="+mn-ea"/>
              </a:rPr>
              <a:t>he designed IP adopts the GMEM direct DDR access architecture.</a:t>
            </a:r>
            <a:endParaRPr lang="en-US" altLang="zh-TW" sz="28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62225" y="3213735"/>
            <a:ext cx="704342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TW" sz="2800">
                <a:latin typeface="Times New Roman" panose="02020603050405020304"/>
                <a:ea typeface="宋体" panose="02010600030101010101" pitchFamily="2" charset="-122"/>
                <a:sym typeface="+mn-ea"/>
              </a:rPr>
              <a:t>Our first design was based on AXI4-Stream streaming architecture.</a:t>
            </a:r>
            <a:endParaRPr lang="en-US" altLang="zh-TW" sz="28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86355" y="1635760"/>
            <a:ext cx="7019290" cy="1021080"/>
          </a:xfrm>
          <a:prstGeom prst="rect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586355" y="3213735"/>
            <a:ext cx="7019290" cy="1021080"/>
          </a:xfrm>
          <a:prstGeom prst="rect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562225" y="4723765"/>
            <a:ext cx="7019290" cy="1028700"/>
          </a:xfrm>
          <a:prstGeom prst="rect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22670" y="2552065"/>
            <a:ext cx="51384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New Design</a:t>
            </a:r>
            <a:endParaRPr lang="en-US" altLang="zh-CN" sz="6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1"/>
          <p:cNvSpPr>
            <a:spLocks noGrp="1"/>
          </p:cNvSpPr>
          <p:nvPr/>
        </p:nvSpPr>
        <p:spPr>
          <a:xfrm>
            <a:off x="838200" y="365125"/>
            <a:ext cx="10515600" cy="10795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ctr"/>
          <a:lstStyle>
            <a:lvl1pPr marL="0" lvl="0" indent="0" algn="l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Segoe UI" panose="020B0502040204020203" pitchFamily="2" charset="0"/>
                <a:sym typeface="+mn-ea"/>
              </a:rPr>
              <a:t>New Design</a:t>
            </a:r>
            <a:endParaRPr lang="en-US" altLang="zh-CN" dirty="0"/>
          </a:p>
        </p:txBody>
      </p:sp>
      <p:pic>
        <p:nvPicPr>
          <p:cNvPr id="1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1444625"/>
            <a:ext cx="7997190" cy="43122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079740" y="1444625"/>
            <a:ext cx="4112260" cy="53232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The ARM core initializes test matrices A and B within the DDR memory space;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It configures register parameters of the matmul accelerator via the AXI-Lite bus and triggers hardware computation;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Leveraging three independent GMEM master buses, the matmul IP directly accesses DDR to autonomously load input data, execute parallel matrix multip-lication, and write calculation results back to DDR;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An interrupt signal is asserted once computation completes;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After receiving the interrupt, the ARM reads the resulting matrix from DDR and verifies correctness by comparing it against results from serial software-based computation.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TW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TW" sz="16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783830" y="2381885"/>
            <a:ext cx="484187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Comparison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1"/>
          <p:cNvSpPr>
            <a:spLocks noGrp="1"/>
          </p:cNvSpPr>
          <p:nvPr/>
        </p:nvSpPr>
        <p:spPr>
          <a:xfrm>
            <a:off x="838200" y="365125"/>
            <a:ext cx="10515600" cy="10795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ctr"/>
          <a:lstStyle>
            <a:lvl1pPr marL="0" lvl="0" indent="0" algn="l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Segoe UI" panose="020B0502040204020203" pitchFamily="2" charset="0"/>
                <a:sym typeface="+mn-ea"/>
              </a:rPr>
              <a:t>Comparison</a:t>
            </a:r>
            <a:endParaRPr lang="en-US" altLang="zh-CN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94970" y="1444625"/>
            <a:ext cx="526986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>
              <a:lnSpc>
                <a:spcPct val="90000"/>
              </a:lnSpc>
              <a:buClrTx/>
              <a:buSzTx/>
            </a:pP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GMEM direct DDR access architecture</a:t>
            </a:r>
            <a:endParaRPr lang="en-US" altLang="zh-CN" sz="24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618605" y="2002790"/>
            <a:ext cx="473456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DMA and FIFO modules are eliminated with only AXI interconnect retained, which reduces logic overhead and improves resource efficiency.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Shortened datapath and simplified timing constraints facilitate timing closure under high operating frequency.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The accelerator IP accesses DDR on demand; overhead from protocol packaging and FIFO read/write is removed to cut down overall computation latency.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94970" y="2002790"/>
            <a:ext cx="526986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It consumes hardware resources of DMA controller, dual FIFO and AXI4-Stream interconnect, leading to high utilization of LUT and FF as well as enlarged hardware footprint.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Data rate mismatch between upstream and downstream modules is resolved by FIFO buffering, which introduces potential timing risks.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Extra latency is incurred from packet encapsulation/de-encapsulation and repeated data access across FIFO.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618605" y="1444625"/>
            <a:ext cx="502094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>
              <a:lnSpc>
                <a:spcPct val="90000"/>
              </a:lnSpc>
              <a:buClrTx/>
              <a:buSzTx/>
            </a:pP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AXI4-Stream streaming architecture</a:t>
            </a:r>
            <a:endParaRPr lang="en-US" altLang="zh-CN" sz="24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6085" y="5554980"/>
            <a:ext cx="11339830" cy="101473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For the matrix multiplication scenario in this project, FIFO fails to boost acceleration performance and instead degrades overall throughput. FIFO-based speedup is only applicable to streaming pipeline-oriented algorithms.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2.25,&quot;left&quot;:57.17503937007874,&quot;top&quot;:184.1,&quot;width&quot;:865.6749606299212}"/>
</p:tagLst>
</file>

<file path=ppt/tags/tag2.xml><?xml version="1.0" encoding="utf-8"?>
<p:tagLst xmlns:p="http://schemas.openxmlformats.org/presentationml/2006/main">
  <p:tag name="KSO_WM_DIAGRAM_VIRTUALLY_FRAME" val="{&quot;height&quot;:242.25,&quot;left&quot;:57.17503937007874,&quot;top&quot;:184.1,&quot;width&quot;:865.6749606299212}"/>
</p:tagLst>
</file>

<file path=ppt/tags/tag3.xml><?xml version="1.0" encoding="utf-8"?>
<p:tagLst xmlns:p="http://schemas.openxmlformats.org/presentationml/2006/main">
  <p:tag name="KSO_WM_DIAGRAM_VIRTUALLY_FRAME" val="{&quot;height&quot;:242.25,&quot;left&quot;:57.17503937007874,&quot;top&quot;:184.1,&quot;width&quot;:865.6749606299212}"/>
</p:tagLst>
</file>

<file path=ppt/tags/tag4.xml><?xml version="1.0" encoding="utf-8"?>
<p:tagLst xmlns:p="http://schemas.openxmlformats.org/presentationml/2006/main">
  <p:tag name="KSO_WM_DIAGRAM_VIRTUALLY_FRAME" val="{&quot;height&quot;:242.25,&quot;left&quot;:57.17503937007874,&quot;top&quot;:184.1,&quot;width&quot;:865.6749606299212}"/>
</p:tagLst>
</file>

<file path=ppt/tags/tag5.xml><?xml version="1.0" encoding="utf-8"?>
<p:tagLst xmlns:p="http://schemas.openxmlformats.org/presentationml/2006/main">
  <p:tag name="KSO_WM_DIAGRAM_VIRTUALLY_FRAME" val="{&quot;height&quot;:242.25,&quot;left&quot;:57.17503937007874,&quot;top&quot;:184.1,&quot;width&quot;:865.6749606299212}"/>
</p:tagLst>
</file>

<file path=ppt/tags/tag6.xml><?xml version="1.0" encoding="utf-8"?>
<p:tagLst xmlns:p="http://schemas.openxmlformats.org/presentationml/2006/main">
  <p:tag name="KSO_WM_DIAGRAM_VIRTUALLY_FRAME" val="{&quot;height&quot;:242.25,&quot;left&quot;:57.17503937007874,&quot;top&quot;:184.1,&quot;width&quot;:865.6749606299212}"/>
</p:tagLst>
</file>

<file path=ppt/tags/tag7.xml><?xml version="1.0" encoding="utf-8"?>
<p:tagLst xmlns:p="http://schemas.openxmlformats.org/presentationml/2006/main">
  <p:tag name="KSO_WM_DIAGRAM_VIRTUALLY_FRAME" val="{&quot;height&quot;:242.25,&quot;left&quot;:57.17503937007874,&quot;top&quot;:184.1,&quot;width&quot;:865.6749606299212}"/>
</p:tagLst>
</file>

<file path=ppt/tags/tag8.xml><?xml version="1.0" encoding="utf-8"?>
<p:tagLst xmlns:p="http://schemas.openxmlformats.org/presentationml/2006/main">
  <p:tag name="KSO_WM_DIAGRAM_VIRTUALLY_FRAME" val="{&quot;height&quot;:242.25,&quot;left&quot;:57.17503937007874,&quot;top&quot;:184.1,&quot;width&quot;:865.6749606299212}"/>
</p:tagLst>
</file>

<file path=ppt/tags/tag9.xml><?xml version="1.0" encoding="utf-8"?>
<p:tagLst xmlns:p="http://schemas.openxmlformats.org/presentationml/2006/main">
  <p:tag name="KSO_WM_DIAGRAM_VIRTUALLY_FRAME" val="{&quot;height&quot;:319.45,&quot;left&quot;:31.1,&quot;top&quot;:113.75,&quot;width&quot;:885.4}"/>
</p:tagLst>
</file>

<file path=ppt/tags/tag10.xml><?xml version="1.0" encoding="utf-8"?>
<p:tagLst xmlns:p="http://schemas.openxmlformats.org/presentationml/2006/main">
  <p:tag name="KSO_WM_DIAGRAM_VIRTUALLY_FRAME" val="{&quot;height&quot;:319.45,&quot;left&quot;:31.1,&quot;top&quot;:113.75,&quot;width&quot;:885.4}"/>
</p:tagLst>
</file>

<file path=ppt/tags/tag11.xml><?xml version="1.0" encoding="utf-8"?>
<p:tagLst xmlns:p="http://schemas.openxmlformats.org/presentationml/2006/main">
  <p:tag name="KSO_WM_DIAGRAM_VIRTUALLY_FRAME" val="{&quot;height&quot;:319.45,&quot;left&quot;:31.1,&quot;top&quot;:113.75,&quot;width&quot;:885.4}"/>
</p:tagLst>
</file>

<file path=ppt/tags/tag12.xml><?xml version="1.0" encoding="utf-8"?>
<p:tagLst xmlns:p="http://schemas.openxmlformats.org/presentationml/2006/main">
  <p:tag name="KSO_WM_DIAGRAM_VIRTUALLY_FRAME" val="{&quot;height&quot;:319.45,&quot;left&quot;:31.1,&quot;top&quot;:113.75,&quot;width&quot;:885.4}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FFFFFF"/>
      </a:accent3>
      <a:accent4>
        <a:srgbClr val="000000"/>
      </a:accent4>
      <a:accent5>
        <a:srgbClr val="B1B7BE"/>
      </a:accent5>
      <a:accent6>
        <a:srgbClr val="C14343"/>
      </a:accent6>
      <a:hlink>
        <a:srgbClr val="D74B4B"/>
      </a:hlink>
      <a:folHlink>
        <a:srgbClr val="869FB7"/>
      </a:folHlink>
    </a:clrScheme>
    <a:fontScheme name="">
      <a:majorFont>
        <a:latin typeface="Segoe UI Light"/>
        <a:ea typeface="微软雅黑 Light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75F77"/>
        </a:accent1>
        <a:accent2>
          <a:srgbClr val="D74B4B"/>
        </a:accent2>
        <a:accent3>
          <a:srgbClr val="FFFFFF"/>
        </a:accent3>
        <a:accent4>
          <a:srgbClr val="000000"/>
        </a:accent4>
        <a:accent5>
          <a:srgbClr val="B1B7BE"/>
        </a:accent5>
        <a:accent6>
          <a:srgbClr val="C14343"/>
        </a:accent6>
        <a:hlink>
          <a:srgbClr val="D74B4B"/>
        </a:hlink>
        <a:folHlink>
          <a:srgbClr val="869FB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FFFFFF"/>
      </a:accent3>
      <a:accent4>
        <a:srgbClr val="000000"/>
      </a:accent4>
      <a:accent5>
        <a:srgbClr val="B1B7BE"/>
      </a:accent5>
      <a:accent6>
        <a:srgbClr val="C14343"/>
      </a:accent6>
      <a:hlink>
        <a:srgbClr val="D74B4B"/>
      </a:hlink>
      <a:folHlink>
        <a:srgbClr val="869FB7"/>
      </a:folHlink>
    </a:clrScheme>
    <a:fontScheme name="">
      <a:majorFont>
        <a:latin typeface="Segoe UI Light"/>
        <a:ea typeface="微软雅黑 Light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75F77"/>
        </a:accent1>
        <a:accent2>
          <a:srgbClr val="D74B4B"/>
        </a:accent2>
        <a:accent3>
          <a:srgbClr val="FFFFFF"/>
        </a:accent3>
        <a:accent4>
          <a:srgbClr val="000000"/>
        </a:accent4>
        <a:accent5>
          <a:srgbClr val="B1B7BE"/>
        </a:accent5>
        <a:accent6>
          <a:srgbClr val="C14343"/>
        </a:accent6>
        <a:hlink>
          <a:srgbClr val="D74B4B"/>
        </a:hlink>
        <a:folHlink>
          <a:srgbClr val="869FB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FFFFFF"/>
      </a:accent3>
      <a:accent4>
        <a:srgbClr val="000000"/>
      </a:accent4>
      <a:accent5>
        <a:srgbClr val="B1B7BE"/>
      </a:accent5>
      <a:accent6>
        <a:srgbClr val="C14343"/>
      </a:accent6>
      <a:hlink>
        <a:srgbClr val="D74B4B"/>
      </a:hlink>
      <a:folHlink>
        <a:srgbClr val="869FB7"/>
      </a:folHlink>
    </a:clrScheme>
    <a:fontScheme name="">
      <a:majorFont>
        <a:latin typeface="Segoe UI Light"/>
        <a:ea typeface="微软雅黑 Light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75F77"/>
        </a:accent1>
        <a:accent2>
          <a:srgbClr val="D74B4B"/>
        </a:accent2>
        <a:accent3>
          <a:srgbClr val="FFFFFF"/>
        </a:accent3>
        <a:accent4>
          <a:srgbClr val="000000"/>
        </a:accent4>
        <a:accent5>
          <a:srgbClr val="B1B7BE"/>
        </a:accent5>
        <a:accent6>
          <a:srgbClr val="C14343"/>
        </a:accent6>
        <a:hlink>
          <a:srgbClr val="D74B4B"/>
        </a:hlink>
        <a:folHlink>
          <a:srgbClr val="869FB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FFFFFF"/>
      </a:accent3>
      <a:accent4>
        <a:srgbClr val="000000"/>
      </a:accent4>
      <a:accent5>
        <a:srgbClr val="B1B7BE"/>
      </a:accent5>
      <a:accent6>
        <a:srgbClr val="C14343"/>
      </a:accent6>
      <a:hlink>
        <a:srgbClr val="D74B4B"/>
      </a:hlink>
      <a:folHlink>
        <a:srgbClr val="869FB7"/>
      </a:folHlink>
    </a:clrScheme>
    <a:fontScheme name="">
      <a:majorFont>
        <a:latin typeface="Segoe UI Light"/>
        <a:ea typeface="微软雅黑 Light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75F77"/>
        </a:accent1>
        <a:accent2>
          <a:srgbClr val="D74B4B"/>
        </a:accent2>
        <a:accent3>
          <a:srgbClr val="FFFFFF"/>
        </a:accent3>
        <a:accent4>
          <a:srgbClr val="000000"/>
        </a:accent4>
        <a:accent5>
          <a:srgbClr val="B1B7BE"/>
        </a:accent5>
        <a:accent6>
          <a:srgbClr val="C14343"/>
        </a:accent6>
        <a:hlink>
          <a:srgbClr val="D74B4B"/>
        </a:hlink>
        <a:folHlink>
          <a:srgbClr val="869FB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FFFFFF"/>
      </a:accent3>
      <a:accent4>
        <a:srgbClr val="000000"/>
      </a:accent4>
      <a:accent5>
        <a:srgbClr val="B1B7BE"/>
      </a:accent5>
      <a:accent6>
        <a:srgbClr val="C14343"/>
      </a:accent6>
      <a:hlink>
        <a:srgbClr val="D74B4B"/>
      </a:hlink>
      <a:folHlink>
        <a:srgbClr val="869FB7"/>
      </a:folHlink>
    </a:clrScheme>
    <a:fontScheme name="">
      <a:majorFont>
        <a:latin typeface="Segoe UI Light"/>
        <a:ea typeface="微软雅黑 Light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75F77"/>
        </a:accent1>
        <a:accent2>
          <a:srgbClr val="D74B4B"/>
        </a:accent2>
        <a:accent3>
          <a:srgbClr val="FFFFFF"/>
        </a:accent3>
        <a:accent4>
          <a:srgbClr val="000000"/>
        </a:accent4>
        <a:accent5>
          <a:srgbClr val="B1B7BE"/>
        </a:accent5>
        <a:accent6>
          <a:srgbClr val="C14343"/>
        </a:accent6>
        <a:hlink>
          <a:srgbClr val="D74B4B"/>
        </a:hlink>
        <a:folHlink>
          <a:srgbClr val="869FB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2489</Words>
  <Application>WPS 演示</Application>
  <PresentationFormat>宽屏</PresentationFormat>
  <Paragraphs>69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宋体</vt:lpstr>
      <vt:lpstr>Wingdings</vt:lpstr>
      <vt:lpstr>Segoe UI</vt:lpstr>
      <vt:lpstr>微软雅黑</vt:lpstr>
      <vt:lpstr>Segoe UI Light</vt:lpstr>
      <vt:lpstr>Times New Roman</vt:lpstr>
      <vt:lpstr>Arial Unicode MS</vt:lpstr>
      <vt:lpstr>微软雅黑 Light</vt:lpstr>
      <vt:lpstr>Calibri</vt:lpstr>
      <vt:lpstr>华文楷体</vt:lpstr>
      <vt:lpstr>Times New Roman</vt:lpstr>
      <vt:lpstr>Office 主题</vt:lpstr>
      <vt:lpstr>3_Office 主题</vt:lpstr>
      <vt:lpstr>4_Office 主题</vt:lpstr>
      <vt:lpstr>6_Office 主题</vt:lpstr>
      <vt:lpstr>1_Office 主题</vt:lpstr>
      <vt:lpstr>CONTENTS</vt:lpstr>
      <vt:lpstr>PowerPoint 演示文稿</vt:lpstr>
      <vt:lpstr>topic</vt:lpstr>
      <vt:lpstr>PowerPoint 演示文稿</vt:lpstr>
      <vt:lpstr>Initial Design</vt:lpstr>
      <vt:lpstr>PowerPoint 演示文稿</vt:lpstr>
      <vt:lpstr>Initial Design</vt:lpstr>
      <vt:lpstr>PowerPoint 演示文稿</vt:lpstr>
      <vt:lpstr>Initial Design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Ryan Lee</dc:creator>
  <cp:lastModifiedBy>WPS_1673966566</cp:lastModifiedBy>
  <cp:revision>88</cp:revision>
  <dcterms:created xsi:type="dcterms:W3CDTF">2014-05-23T07:15:00Z</dcterms:created>
  <dcterms:modified xsi:type="dcterms:W3CDTF">2026-06-02T23:16:19Z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EE5DBEA984014C5FB01BF40F7A3E52E4_13</vt:lpwstr>
  </property>
</Properties>
</file>